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339" r:id="rId4"/>
    <p:sldId id="340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3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EEBA"/>
    <a:srgbClr val="282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2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202815" y="2502535"/>
            <a:ext cx="7787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&lt;Tên đề tài&gt;</a:t>
            </a:r>
            <a:endParaRPr lang="en-US" altLang="zh-CN" sz="40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  <p:sp>
        <p:nvSpPr>
          <p:cNvPr id="2" name="文本框 10"/>
          <p:cNvSpPr txBox="1"/>
          <p:nvPr/>
        </p:nvSpPr>
        <p:spPr>
          <a:xfrm>
            <a:off x="2329815" y="4457065"/>
            <a:ext cx="7787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GVHD: Thầy Nguyễn Văn A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Giới thiệu thành viên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(Chia 2-3 slide)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Tên, hình ảnh và vai trò cụ thể: PM, Data Engineer, Analyst, Researcher. Mô tả ngắn gọn phần việc nổi bật của từng thành viên.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Giới thiệu bộ dữ liệu Kaggle. 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Tên Dataset, quy mô (số l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ợng file, số dòng), các câu hỏi nghiên cứu.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Quy trình phát triển dự án.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Tóm tắt lộ trình 16 buổi: Từ nạp dữ liệu, tiền xử l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ến xây dựng mô hình dự báo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Khảo sát và phân tích Schema. 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Trình bày sơ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ồ quan hệ (ERD) giữa các file CSV. Giải thích các khóa chính/ngoại (Primary/Foreign Keys).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Kỹ thuật tích hợp dữ liệu. 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Mô tả cách kết nối các bảng lớn, xử l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xung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ột dữ liệu và kỹ thuật tối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u bộ nhớ.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Tiền xử l</a:t>
            </a:r>
            <a:r>
              <a:rPr lang="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và làm sạch.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Các b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ớc xử l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Missing values, Outliers. So sánh dữ liệu tr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ớc và sau khi làm sạch.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Feature engineering.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Giới thiệu ít nhất 10 biến phái sinh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ợc tạo ra từ các bảng quan hệ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ể t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ă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ng sức mạnh cho mô hình.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Phân tích khám phá (EDA).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Trình bày các biểu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ồ trực quan hóa những Insight quan trọng nhất tìm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ợc.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Mô hình hóa AI. 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Giải thuật sử dụng (Clustering/Regression/Classification). Mô tả quá trình huấn luyện và tinh chỉnh tham số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ánh giá hiệu suất.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Các chỉ số Metrics (Accuracy, F1, RMSE). So sánh dự báo của mô hình với thực tế.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Quản l</a:t>
            </a:r>
            <a:r>
              <a:rPr lang="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trên Jira &amp; Git.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Hình ảnh bảng Kanban (To-do, Done) và lịch sử Commit/Branching trên GitHub.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Kiểm thử và xử l</a:t>
            </a:r>
            <a:r>
              <a:rPr lang="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lỗi.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Danh sách các Bug dữ liệu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ã phát hiện và cách nhóm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ã khắc phục (Buglist).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Khó kh</a:t>
            </a:r>
            <a:r>
              <a:rPr lang="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ă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n và thuận lợi.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Những bài học rút ra về teamwork và xử l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Big Data.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ề xuất cải tiến.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H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ớng mở rộng dự án (Ví dụ: </a:t>
            </a:r>
            <a:r>
              <a:rPr lang="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Á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p dụng Deep Learning hoặc Deployment lên Web)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  <p:sp>
        <p:nvSpPr>
          <p:cNvPr id="2" name="Line 27" descr="e7d195523061f1c0deeec63e560781cfd59afb0ea006f2a87ABB68BF51EA6619813959095094C18C62A12F549504892A4AAA8C1554C6663626E05CA27F281A14E6983772AFC3FB97135759321DEA3D7004FB075A8443E283073C7EE11402F1C24D32D2FE74F71A4064F0F941485321D22D4130602036946E5788CD7B2CC0B65956BB5C2CF0EE38145EE75EA798D75B6B"/>
          <p:cNvSpPr>
            <a:spLocks noChangeShapeType="1"/>
          </p:cNvSpPr>
          <p:nvPr/>
        </p:nvSpPr>
        <p:spPr bwMode="black">
          <a:xfrm>
            <a:off x="2506810" y="3961743"/>
            <a:ext cx="7200000" cy="0"/>
          </a:xfrm>
          <a:prstGeom prst="line">
            <a:avLst/>
          </a:prstGeom>
          <a:noFill/>
          <a:ln w="9525">
            <a:solidFill>
              <a:srgbClr val="6DEEBA"/>
            </a:solidFill>
            <a:prstDash val="solid"/>
            <a:round/>
          </a:ln>
          <a:effectLst>
            <a:outerShdw dist="35921" dir="2700000" algn="ctr" rotWithShape="0">
              <a:srgbClr val="292929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3" name="文本框 10"/>
          <p:cNvSpPr txBox="1"/>
          <p:nvPr/>
        </p:nvSpPr>
        <p:spPr>
          <a:xfrm>
            <a:off x="2506708" y="2767348"/>
            <a:ext cx="717851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Cảm ơn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1560</Words>
  <Application>WPS Sheets</Application>
  <PresentationFormat>宽屏</PresentationFormat>
  <Paragraphs>49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SimSun</vt:lpstr>
      <vt:lpstr>Wingdings</vt:lpstr>
      <vt:lpstr>Calibri</vt:lpstr>
      <vt:lpstr>Helvetica Neue</vt:lpstr>
      <vt:lpstr>张海山锐线体2.0</vt:lpstr>
      <vt:lpstr>Wingdings</vt:lpstr>
      <vt:lpstr>Microsoft YaHei</vt:lpstr>
      <vt:lpstr>汉仪旗黑</vt:lpstr>
      <vt:lpstr>Arial Unicode MS</vt:lpstr>
      <vt:lpstr>汉仪书宋二KW</vt:lpstr>
      <vt:lpstr>冬青黑体简体中文</vt:lpstr>
      <vt:lpstr>等线 Light</vt:lpstr>
      <vt:lpstr>汉仪中等线KW</vt:lpstr>
      <vt:lpstr>等线</vt:lpstr>
      <vt:lpstr>张海山锐线体2.0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Nguyễn Ngọc Chấn (FPL HC</cp:lastModifiedBy>
  <cp:revision>218</cp:revision>
  <dcterms:created xsi:type="dcterms:W3CDTF">2026-02-19T12:44:14Z</dcterms:created>
  <dcterms:modified xsi:type="dcterms:W3CDTF">2026-02-19T12:44:14Z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CE72E9A8920C4E068D5251BDD88BED93</vt:lpwstr>
  </property>
  <property fmtid="{D5CDD505-2E9C-101B-9397-08002B2CF9AE}" pid="3" name="KSOProductBuildVer">
    <vt:lpwstr>1033-12.1.23155.23155</vt:lpwstr>
  </property>
</Properties>
</file>